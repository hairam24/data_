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19"/>
  </p:handoutMasterIdLst>
  <p:sldIdLst>
    <p:sldId id="25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7" autoAdjust="0"/>
    <p:restoredTop sz="94660"/>
  </p:normalViewPr>
  <p:slideViewPr>
    <p:cSldViewPr snapToGrid="0">
      <p:cViewPr>
        <p:scale>
          <a:sx n="92" d="100"/>
          <a:sy n="92" d="100"/>
        </p:scale>
        <p:origin x="206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535576"/>
            <a:ext cx="9611360" cy="2852737"/>
          </a:xfrm>
        </p:spPr>
        <p:txBody>
          <a:bodyPr/>
          <a:lstStyle/>
          <a:p>
            <a:r>
              <a:rPr lang="en-US" dirty="0">
                <a:latin typeface="Frutiger LT Pro 55 Roman" panose="020B0602020204020204"/>
              </a:rPr>
              <a:t>MILESTONE-2 PROJECT EVALUATION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2E30C9-52E4-E7BF-7EA6-DBAFF276A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402" y="4388313"/>
            <a:ext cx="5864980" cy="1500187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Presented by batch-1:- Hariram S</a:t>
            </a:r>
          </a:p>
          <a:p>
            <a:r>
              <a:rPr lang="en-IN" dirty="0"/>
              <a:t>	                    Nithya M</a:t>
            </a:r>
          </a:p>
          <a:p>
            <a:r>
              <a:rPr lang="en-IN" dirty="0"/>
              <a:t>	                    Sreevalli</a:t>
            </a:r>
          </a:p>
          <a:p>
            <a:r>
              <a:rPr lang="en-IN" dirty="0"/>
              <a:t>	                    Mansi</a:t>
            </a:r>
          </a:p>
          <a:p>
            <a:r>
              <a:rPr lang="en-IN" dirty="0"/>
              <a:t>JULY,2025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518302-609F-20BE-3B39-7A8EAADC3C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2DEE-B516-77F3-19E1-381FB9ED86B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algn="just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end to end CI/CD pipeline in AWS platform using Jenkins as the orchestration tool, Github as the SCM, Maven as the Build tool, Deploy in a docker instance and create a Docker image, Store the docker image in ECR, Achieve Kubernetes deployment using the ECR image. Build a sample java web app using maven.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670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09EC35-D7FC-8529-0FF9-0A11A7796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 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1C08-FA1A-2527-4DE7-24FC9672E77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 System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- local version control system.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- As Distributed version control system.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- Continuous Integration tool.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 - As a Build Tool.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-Containerization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 - As Container Management Tool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16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019659-86C6-A5AF-227A-0994F14DC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AC90-EB0C-72A4-E09F-A91B80F2D37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77AA50-64EB-F209-4055-59C96BEE9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8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DB5FAF-50C3-7A2A-BB80-2C409018B3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52-C682-1882-DE30-6EE9215CCFA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Role:- Code Development and push to GitHub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git on the developer machine.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ssh-key and add to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integration between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developer machine to push code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 the java code repo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Pushing the code to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901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0AB3F6-C137-4C7B-B732-5D1BC98F88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AC6F-6B09-B792-E420-7CD255D485E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code repository &amp; webhook Trigger</a:t>
            </a:r>
          </a:p>
          <a:p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hosts the source code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Webhook is set up to automatically notify when new code is pushed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continuous integration by triggering a Jenkins code</a:t>
            </a:r>
          </a:p>
        </p:txBody>
      </p:sp>
    </p:spTree>
    <p:extLst>
      <p:ext uri="{BB962C8B-B14F-4D97-AF65-F5344CB8AC3E}">
        <p14:creationId xmlns:p14="http://schemas.microsoft.com/office/powerpoint/2010/main" val="128740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F69467-9802-1CF8-BDAE-9B764DA524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6E59-CE9A-CA94-0BBF-BC5853BD55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8"/>
            <a:ext cx="8864415" cy="4647311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Automates the entire CI/CD pipeline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checkout :- 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pulls the code using the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webhook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Stage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Uses maven to build the .war file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to Tomcat:- 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connects to tomcat server via ssh.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deploys the generated .war file for testing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Build Stage:- 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tomcat image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to Amazon ECR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tag and push the docker image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to Kubernetes:- 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ssh into Kubernetes server 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apply YAML  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247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72009-FEE1-1EEA-99FA-602CB08BE0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Tomcat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A65D-2EBC-C937-4875-CEE80F96DAA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Role:- Test Environment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Jenkins’s ssh key is added into tomcat server under .ssh/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authorized_keys</a:t>
            </a:r>
            <a:endParaRPr lang="en-I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Uploads the .war file to /opt/tomcat/webapps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Tomcat auto-deploys the application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only for pre-docker testing to validate war correctness</a:t>
            </a:r>
          </a:p>
        </p:txBody>
      </p:sp>
    </p:spTree>
    <p:extLst>
      <p:ext uri="{BB962C8B-B14F-4D97-AF65-F5344CB8AC3E}">
        <p14:creationId xmlns:p14="http://schemas.microsoft.com/office/powerpoint/2010/main" val="1145219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25B5F5-6F40-DDD4-E97A-374F2BB2F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13171-24D3-47DE-0E5A-5636A0FEED3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build and push docker images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ssh’s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in added to docker server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must be installed and configured 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CLI must be configured on docker host to authenticate ECR</a:t>
            </a:r>
          </a:p>
        </p:txBody>
      </p:sp>
    </p:spTree>
    <p:extLst>
      <p:ext uri="{BB962C8B-B14F-4D97-AF65-F5344CB8AC3E}">
        <p14:creationId xmlns:p14="http://schemas.microsoft.com/office/powerpoint/2010/main" val="221220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0E6E2C-136A-0C81-3DDA-5C2418026B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ECR-Image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ED412-7AC1-04E4-A6E9-05B559E7DF7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Role:- Stores Docker images for Kubernetes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Receives Docker images pushed from Docker host.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the image available for pulling by Kubernetes cluster</a:t>
            </a:r>
          </a:p>
        </p:txBody>
      </p:sp>
    </p:spTree>
    <p:extLst>
      <p:ext uri="{BB962C8B-B14F-4D97-AF65-F5344CB8AC3E}">
        <p14:creationId xmlns:p14="http://schemas.microsoft.com/office/powerpoint/2010/main" val="1255507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E38BCD-F430-A6C2-8B70-F705DC8C2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EKS- Kubernetes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8493-A82E-581C-2669-AF3A81420C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8"/>
            <a:ext cx="8864415" cy="4606671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Final Deployment &amp; orchestration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Jenkins connects to EKS server via ssh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deployment.yaml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service.yaml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Kuberentes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pulls the image form ECR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Pods and services are created and exposed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 Setup</a:t>
            </a:r>
          </a:p>
          <a:p>
            <a:r>
              <a:rPr lang="en-IN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AWS CLI must be installed</a:t>
            </a:r>
          </a:p>
          <a:p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IAM roles must allow pulling images from ECR. </a:t>
            </a:r>
          </a:p>
        </p:txBody>
      </p:sp>
    </p:spTree>
    <p:extLst>
      <p:ext uri="{BB962C8B-B14F-4D97-AF65-F5344CB8AC3E}">
        <p14:creationId xmlns:p14="http://schemas.microsoft.com/office/powerpoint/2010/main" val="199950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20235E-2AF0-6CB0-E428-824130FC9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2C36FF-A967-B5E5-65C0-0B09D956816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5" y="1712913"/>
            <a:ext cx="10773565" cy="4352607"/>
          </a:xfrm>
        </p:spPr>
      </p:pic>
    </p:spTree>
    <p:extLst>
      <p:ext uri="{BB962C8B-B14F-4D97-AF65-F5344CB8AC3E}">
        <p14:creationId xmlns:p14="http://schemas.microsoft.com/office/powerpoint/2010/main" val="3758534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2B9B-DFAC-0E48-FC1D-B5B0DA45A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5405" y="2765913"/>
            <a:ext cx="3601189" cy="132617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4D98627D-403A-4E8B-925C-432B2EECE09F}" vid="{2EBA281F-014B-43BA-A138-D9D129E2EA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Props1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C55CB52-33A3-4B47-8C1D-0EE24875E3DC}">
  <ds:schemaRefs>
    <ds:schemaRef ds:uri="88563cb8-e9e3-40d4-951f-126d0c29510d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dc0ddbac-d92f-4135-ae82-46af643a22eb"/>
    <ds:schemaRef ds:uri="http://schemas.microsoft.com/office/2006/metadata/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Project_ppt</Template>
  <TotalTime>8</TotalTime>
  <Words>461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Times New Roman</vt:lpstr>
      <vt:lpstr>Wingdings</vt:lpstr>
      <vt:lpstr>Office Theme</vt:lpstr>
      <vt:lpstr>MILESTONE-2 PROJECT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Hariram</dc:creator>
  <cp:lastModifiedBy>Hariram</cp:lastModifiedBy>
  <cp:revision>1</cp:revision>
  <dcterms:created xsi:type="dcterms:W3CDTF">2025-07-01T03:28:59Z</dcterms:created>
  <dcterms:modified xsi:type="dcterms:W3CDTF">2025-07-01T03:37:37Z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